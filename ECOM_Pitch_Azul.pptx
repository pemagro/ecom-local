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" y="270662"/>
            <a:ext cx="967435" cy="967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você já vendeu o que não tinha em estoque?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uma vez. Venda em vários canais.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657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painel só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46120" y="365760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46120" y="3657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sincronizado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365760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3657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seus anúncios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28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em vários canais, sem uma central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R$ 260 bi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brasileiro projetado para 2026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34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ABIACOM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3258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 bi → R$ 67 bi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online de micro e pequenas empresas, 2019 a 2024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834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MDIC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3258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417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pequenos negócios têm a operação digital nas mãos de uma só pessoa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834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Sebrae 2026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38328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repetido em cada canal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246120" y="338328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4612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atualizado na mão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35040" y="338328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painéis e planilhas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dos lojistas ouvidos: divide-se o estoque por 3 lojas, manualmente, para não vender sem ter.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28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uma vez, venda em vários canais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F2A4D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cadastrado na ECOM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Livre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18288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233172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1737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em evolução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sincronizado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um canal, atualização nos outros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560320" y="301752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70048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sob medida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670048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descrição e categoria por marketplace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63440" y="301752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73168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em um painel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773168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Produtos, pedidos e estoque juntos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66560" y="301752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76288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especializada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76288" y="3657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(chat) e ECO NEXY (alertas e anúncios)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2286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438" y="261518"/>
            <a:ext cx="757123" cy="7571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94760" y="1188720"/>
            <a:ext cx="1554480" cy="1554480"/>
          </a:xfrm>
          <a:prstGeom prst="ellipse">
            <a:avLst/>
          </a:prstGeom>
          <a:solidFill>
            <a:srgbClr val="141A24"/>
          </a:solidFill>
          <a:ln w="31750">
            <a:solidFill>
              <a:srgbClr val="2F8C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5400000">
            <a:off x="4370832" y="1691640"/>
            <a:ext cx="548640" cy="548640"/>
          </a:xfrm>
          <a:prstGeom prst="triangl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na prática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ECOM em funcionamento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28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ECOM funciona por dentro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39903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7373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shadcn/ui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· React Query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47288" y="139903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17373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no servidor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pedidos e estoque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325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27648" y="139903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27648" y="17373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Livre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· Amazon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(integração em etapas)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37560" y="29260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47288" y="299923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47288" y="3337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17920" y="29260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0F2A4D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27648" y="299923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 plataforma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27648" y="333756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ECO NEXY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1737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1737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com IA: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194560" y="4069080"/>
            <a:ext cx="1143000" cy="365760"/>
          </a:xfrm>
          <a:prstGeom prst="roundRect">
            <a:avLst>
              <a:gd name="adj" fmla="val 3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94560" y="4069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74720" y="4069080"/>
            <a:ext cx="1143000" cy="365760"/>
          </a:xfrm>
          <a:prstGeom prst="roundRect">
            <a:avLst>
              <a:gd name="adj" fmla="val 3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74720" y="4069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4069080"/>
            <a:ext cx="1143000" cy="365760"/>
          </a:xfrm>
          <a:prstGeom prst="roundRect">
            <a:avLst>
              <a:gd name="adj" fmla="val 3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54880" y="4069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035040" y="4069080"/>
            <a:ext cx="1143000" cy="365760"/>
          </a:xfrm>
          <a:prstGeom prst="roundRect">
            <a:avLst>
              <a:gd name="adj" fmla="val 3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35040" y="4069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315200" y="4069080"/>
            <a:ext cx="1143000" cy="365760"/>
          </a:xfrm>
          <a:prstGeom prst="roundRect">
            <a:avLst>
              <a:gd name="adj" fmla="val 30000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0" y="4069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28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de graça, pague conforme cresce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68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~10 produtos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marketplaces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básicos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46120" y="132588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0F2A4D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 ·  Mais indicado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R$ 39–49 /mês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468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~30 produtos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sincronizado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anúncios otimizados/mês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132588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R$ 79–99 /mês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4688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~100 produtos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marketplaces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anúncios otimizados/mês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pelo plano grátis  →  upgrade quando a loja cresce  ·  Anual: ~15 a 20% de desconto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propostos, sujeitos a ajuste antes do lançamento.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28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a ECOM vai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2331720"/>
            <a:ext cx="7315200" cy="0"/>
          </a:xfrm>
          <a:prstGeom prst="line">
            <a:avLst/>
          </a:prstGeom>
          <a:noFill/>
          <a:ln w="25400">
            <a:solidFill>
              <a:srgbClr val="2A33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194560"/>
            <a:ext cx="274320" cy="274320"/>
          </a:xfrm>
          <a:prstGeom prst="ellipse">
            <a:avLst/>
          </a:prstGeom>
          <a:solidFill>
            <a:srgbClr val="2F8CFF"/>
          </a:solidFill>
          <a:ln w="25400">
            <a:solidFill>
              <a:srgbClr val="2F8C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(MVP)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anúncios, pedidos e estoque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2194560"/>
            <a:ext cx="274320" cy="2743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2F8C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2024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contas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uma conta do mesmo marketplace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274320" cy="2743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2F8C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4904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únicos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compradores em um só lugar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2194560"/>
            <a:ext cx="274320" cy="2743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2F8C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automatizada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escolha do produto à entrega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92440" y="2194560"/>
            <a:ext cx="274320" cy="27432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2F8C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das taxas de cada marketplace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2286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produto. Vários canais.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operação.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em vários marketplaces é o caminho. A ECOM é a central que faz a operação acompanhar.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para fortalecer nosso modelo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46120" y="26060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Investidores e patrocinadores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para levar a ECOM ao lojista real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0" y="26060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41A24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2697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e lojistas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 feedback para evoluirmos juntos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isso juntos?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2026-09-30T21:47:30Z</dcterms:created>
  <dcterms:modified xsi:type="dcterms:W3CDTF">2026-09-30T21:47:30Z</dcterms:modified>
</cp:coreProperties>
</file>